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57" r:id="rId5"/>
    <p:sldId id="259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100000" saltData="M5VlD5oGCN7cN1mkZBgmrw==" hashData="IMkOjN9YckQWaTYXpbYAymU7QHU=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ECD78-3C8E-49F2-8FAB-59489D168ABB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43447" y="15391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2935743" y="2403551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272" y="2665481"/>
            <a:ext cx="2444685" cy="10477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92285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190641" y="2667773"/>
            <a:ext cx="4764853" cy="1994435"/>
          </a:xfrm>
          <a:prstGeom prst="roundRect">
            <a:avLst>
              <a:gd name="adj" fmla="val 7692"/>
            </a:avLst>
          </a:prstGeom>
          <a:solidFill>
            <a:schemeClr val="tx1">
              <a:lumMod val="75000"/>
              <a:alpha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122450" y="2454689"/>
            <a:ext cx="4901235" cy="36649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0000">
                  <a:alpha val="77000"/>
                </a:srgbClr>
              </a:gs>
            </a:gsLst>
            <a:lin ang="0" scaled="1"/>
            <a:tileRect/>
          </a:gra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29592" y="15391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-434718" y="-264220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" y="57375"/>
            <a:ext cx="2444685" cy="10477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" y="235808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Pro Dealer – The Whole Solution</a:t>
            </a:r>
            <a:endParaRPr lang="en-US" sz="2800" b="1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2648295" y="3289965"/>
            <a:ext cx="3804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Developer Introductions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315897" y="410600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76953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16937" y="1587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-434718" y="-264220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" y="57375"/>
            <a:ext cx="2444685" cy="104772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57407" y="1996507"/>
            <a:ext cx="69901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 smtClean="0">
                <a:ea typeface="Wingdings"/>
                <a:cs typeface="Wingdings"/>
                <a:sym typeface="Wingdings"/>
              </a:rPr>
              <a:t> Justin – ER Diagrams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err="1" smtClean="0">
                <a:ea typeface="Wingdings"/>
                <a:cs typeface="Wingdings"/>
                <a:sym typeface="Wingdings"/>
              </a:rPr>
              <a:t>Talmage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 – Tables, SQL, Java, Crow’s Foot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Darius – Tables, Phase 3 SQL, Crow’s Foot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Nate – Project Management, Visual Studio, Tables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Miles – Tables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Michael – Tables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30219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30792" y="1587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-434718" y="-264220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" y="57375"/>
            <a:ext cx="2444685" cy="104772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57407" y="1361529"/>
            <a:ext cx="69901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 smtClean="0">
                <a:ea typeface="Wingdings"/>
                <a:cs typeface="Wingdings"/>
                <a:sym typeface="Wingdings"/>
              </a:rPr>
              <a:t> Dealership Management Software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Tracks – Customers, Employees, Vehicles, 	Vendors, Locations, Service Centers &amp; Finances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Allows for Deal-Specific Identification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Employs Industry-Standard Tracking</a:t>
            </a:r>
          </a:p>
          <a:p>
            <a:pPr marL="285750" indent="-285750">
              <a:lnSpc>
                <a:spcPct val="150000"/>
              </a:lnSpc>
              <a:buFont typeface="Wingdings" charset="0"/>
              <a:buChar char="¢"/>
            </a:pPr>
            <a:r>
              <a:rPr lang="en-US" sz="2400" dirty="0">
                <a:ea typeface="Wingdings"/>
                <a:cs typeface="Wingdings"/>
                <a:sym typeface="Wingdings"/>
              </a:rPr>
              <a:t> </a:t>
            </a:r>
            <a:r>
              <a:rPr lang="en-US" sz="2400" dirty="0" smtClean="0">
                <a:ea typeface="Wingdings"/>
                <a:cs typeface="Wingdings"/>
                <a:sym typeface="Wingdings"/>
              </a:rPr>
              <a:t>Offers Four Job Specific User Interfaces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400" dirty="0" smtClean="0">
                <a:sym typeface="Wingdings"/>
              </a:rPr>
              <a:t> Finance, Sales, Service, Management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400" dirty="0" smtClean="0">
                <a:sym typeface="Wingdings"/>
              </a:rPr>
              <a:t> User is Automatically Taken to Proper  	Interface at Login</a:t>
            </a:r>
            <a:endParaRPr lang="en-US" sz="2400" dirty="0">
              <a:sym typeface="Wingding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92285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16937" y="1587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-434718" y="-264220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" y="57375"/>
            <a:ext cx="2444685" cy="1047723"/>
          </a:xfrm>
          <a:prstGeom prst="rect">
            <a:avLst/>
          </a:prstGeom>
        </p:spPr>
      </p:pic>
      <p:pic>
        <p:nvPicPr>
          <p:cNvPr id="2" name="Picture 1" descr="CPSC3131 - Database GUI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22" y="1763829"/>
            <a:ext cx="8074431" cy="4541868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905408" y="1256833"/>
            <a:ext cx="3453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Conceptual Login Window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92285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30792" y="1587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-434718" y="-264220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" y="57375"/>
            <a:ext cx="2444685" cy="1047723"/>
          </a:xfrm>
          <a:prstGeom prst="rect">
            <a:avLst/>
          </a:prstGeom>
        </p:spPr>
      </p:pic>
      <p:pic>
        <p:nvPicPr>
          <p:cNvPr id="2" name="Picture 1" descr="CPSC3131 - GUI - Financ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24" y="1775478"/>
            <a:ext cx="7943977" cy="4468487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403044" y="1263397"/>
            <a:ext cx="4467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Conceptual Finance User Interface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5168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601374" y="784905"/>
            <a:ext cx="6236139" cy="5785371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30792" y="1587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-434718" y="-264220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" y="57375"/>
            <a:ext cx="2444685" cy="1047723"/>
          </a:xfrm>
          <a:prstGeom prst="rect">
            <a:avLst/>
          </a:prstGeom>
        </p:spPr>
      </p:pic>
      <p:pic>
        <p:nvPicPr>
          <p:cNvPr id="9" name="Picture 8" descr="C:\Users\csu\Downloads\Group Project - Car Dealership ER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392" y="776086"/>
            <a:ext cx="6083434" cy="576290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98818" y="3227813"/>
            <a:ext cx="1399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ERD  &amp;</a:t>
            </a:r>
          </a:p>
          <a:p>
            <a:pPr algn="ctr"/>
            <a:r>
              <a:rPr lang="en-US" sz="2400" dirty="0" smtClean="0"/>
              <a:t>Workflow</a:t>
            </a:r>
            <a:endParaRPr lang="en-US" sz="2400" dirty="0"/>
          </a:p>
        </p:txBody>
      </p:sp>
      <p:sp>
        <p:nvSpPr>
          <p:cNvPr id="12" name="Rounded Rectangle 11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0824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61524" y="626161"/>
            <a:ext cx="3781897" cy="6041127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30792" y="1587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-434718" y="-264220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" y="57375"/>
            <a:ext cx="2444685" cy="1047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4720" y="3236633"/>
            <a:ext cx="1948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User Interface</a:t>
            </a:r>
          </a:p>
          <a:p>
            <a:pPr algn="ctr"/>
            <a:r>
              <a:rPr lang="en-US" sz="2400" dirty="0" smtClean="0"/>
              <a:t>Workflow</a:t>
            </a:r>
            <a:endParaRPr lang="en-US" sz="2400" dirty="0"/>
          </a:p>
        </p:txBody>
      </p:sp>
      <p:pic>
        <p:nvPicPr>
          <p:cNvPr id="10" name="Picture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524" y="537969"/>
            <a:ext cx="3781897" cy="6214739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9907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190641" y="2667773"/>
            <a:ext cx="4764853" cy="1994435"/>
          </a:xfrm>
          <a:prstGeom prst="roundRect">
            <a:avLst>
              <a:gd name="adj" fmla="val 7692"/>
            </a:avLst>
          </a:prstGeom>
          <a:solidFill>
            <a:schemeClr val="tx1">
              <a:lumMod val="75000"/>
              <a:alpha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122450" y="2454689"/>
            <a:ext cx="4901235" cy="36649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0000">
                  <a:alpha val="77000"/>
                </a:srgbClr>
              </a:gs>
            </a:gsLst>
            <a:lin ang="0" scaled="1"/>
            <a:tileRect/>
          </a:gra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30792" y="1587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-434718" y="-264220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" y="57375"/>
            <a:ext cx="2444685" cy="10477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" y="235808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Live Demo</a:t>
            </a:r>
            <a:endParaRPr lang="en-US" sz="2800" b="1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3389163" y="3289965"/>
            <a:ext cx="2358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Nate Morrison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315897" y="410600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38758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9144000" cy="427823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30792" y="15875"/>
            <a:ext cx="4698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BIGAIL Regular"/>
                <a:cs typeface="ABIGAIL Regular"/>
              </a:rPr>
              <a:t>Carr, Glenn, Little, Morrison, Tally, Upchurch</a:t>
            </a:r>
            <a:endParaRPr lang="en-US" i="1" dirty="0">
              <a:latin typeface="ABIGAIL Regular"/>
              <a:cs typeface="ABIGAIL Regular"/>
            </a:endParaRPr>
          </a:p>
        </p:txBody>
      </p:sp>
      <p:sp>
        <p:nvSpPr>
          <p:cNvPr id="7" name="Oval 6"/>
          <p:cNvSpPr/>
          <p:nvPr/>
        </p:nvSpPr>
        <p:spPr>
          <a:xfrm>
            <a:off x="2935743" y="1617762"/>
            <a:ext cx="3119744" cy="152761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Pro Deal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272" y="1879692"/>
            <a:ext cx="2444685" cy="104772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28659" y="3432812"/>
            <a:ext cx="1829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Questions?</a:t>
            </a:r>
            <a:endParaRPr lang="en-US" sz="2800" b="1" i="1" dirty="0"/>
          </a:p>
        </p:txBody>
      </p:sp>
      <p:sp>
        <p:nvSpPr>
          <p:cNvPr id="9" name="Rounded Rectangle 8"/>
          <p:cNvSpPr/>
          <p:nvPr/>
        </p:nvSpPr>
        <p:spPr>
          <a:xfrm>
            <a:off x="8184845" y="6667285"/>
            <a:ext cx="1887452" cy="493873"/>
          </a:xfrm>
          <a:prstGeom prst="roundRect">
            <a:avLst>
              <a:gd name="adj" fmla="val 434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184847" y="6619226"/>
            <a:ext cx="10358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/>
              <a:t>morr</a:t>
            </a:r>
            <a:r>
              <a:rPr lang="en-US" sz="1100" b="1" dirty="0" smtClean="0"/>
              <a:t> design ©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67482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 Black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308</TotalTime>
  <Words>247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 Black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Nate Morrison</dc:creator>
  <cp:lastModifiedBy>Nate</cp:lastModifiedBy>
  <cp:revision>18</cp:revision>
  <dcterms:created xsi:type="dcterms:W3CDTF">2016-04-24T20:55:40Z</dcterms:created>
  <dcterms:modified xsi:type="dcterms:W3CDTF">2016-04-25T04:16:43Z</dcterms:modified>
</cp:coreProperties>
</file>